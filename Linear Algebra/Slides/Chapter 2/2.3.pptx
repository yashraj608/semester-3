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3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5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9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5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1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5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8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2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2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6CF3B-B5E2-433B-9CDC-68D862B9514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3CFBC-DBC9-423B-AED6-79462486C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1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36" y="290512"/>
            <a:ext cx="4495800" cy="485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50" y="1228291"/>
            <a:ext cx="5735350" cy="28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5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17" y="1260764"/>
            <a:ext cx="10293927" cy="401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5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09" y="526473"/>
            <a:ext cx="8853055" cy="17993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08" y="2557462"/>
            <a:ext cx="8853055" cy="317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2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706582"/>
            <a:ext cx="8769927" cy="17067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18" y="2901662"/>
            <a:ext cx="8645236" cy="266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55" y="457201"/>
            <a:ext cx="9379527" cy="19305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055" y="2562224"/>
            <a:ext cx="9379527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6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5" y="1939636"/>
            <a:ext cx="9047018" cy="205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8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91" y="969818"/>
            <a:ext cx="8742218" cy="486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5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3</cp:revision>
  <dcterms:created xsi:type="dcterms:W3CDTF">2025-09-16T19:36:19Z</dcterms:created>
  <dcterms:modified xsi:type="dcterms:W3CDTF">2025-09-16T19:48:47Z</dcterms:modified>
</cp:coreProperties>
</file>