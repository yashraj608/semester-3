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3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36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8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6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9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9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2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85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2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19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81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30FE6-809E-43CA-B425-EEC62B51525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A2227-BA78-40E9-8AB0-7300D21A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3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0076" y="445716"/>
            <a:ext cx="2646494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/>
              <a:t>CR Factorization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890076" y="907381"/>
                <a:ext cx="7976671" cy="23083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Let A be a matrix of m by n. A can be factorized into two matrices C and R such that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𝐶𝑅</m:t>
                      </m:r>
                    </m:oMath>
                  </m:oMathPara>
                </a14:m>
                <a:endParaRPr lang="en-US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Where</a:t>
                </a:r>
              </a:p>
              <a:p>
                <a:r>
                  <a:rPr lang="en-US" dirty="0"/>
                  <a:t>C</a:t>
                </a:r>
                <a:r>
                  <a:rPr lang="en-US" dirty="0" smtClean="0"/>
                  <a:t>: contains linearly independent columns of A</a:t>
                </a:r>
              </a:p>
              <a:p>
                <a:r>
                  <a:rPr lang="en-US" dirty="0" smtClean="0"/>
                  <a:t>R: RREF of A without zero rows</a:t>
                </a:r>
              </a:p>
              <a:p>
                <a:r>
                  <a:rPr lang="en-US" dirty="0" smtClean="0"/>
                  <a:t>r: rank of A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76" y="907381"/>
                <a:ext cx="7976671" cy="2308324"/>
              </a:xfrm>
              <a:prstGeom prst="rect">
                <a:avLst/>
              </a:prstGeom>
              <a:blipFill rotWithShape="0">
                <a:blip r:embed="rId2"/>
                <a:stretch>
                  <a:fillRect l="-611" t="-1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039" y="3422072"/>
            <a:ext cx="5569961" cy="196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2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328" y="1039091"/>
            <a:ext cx="6031923" cy="15577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328" y="2909455"/>
            <a:ext cx="7963766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2454" y="293315"/>
            <a:ext cx="2049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Exercise Questions: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54" y="914401"/>
            <a:ext cx="8658246" cy="22834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54" y="3197803"/>
            <a:ext cx="8658246" cy="129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05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69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4</cp:revision>
  <dcterms:created xsi:type="dcterms:W3CDTF">2025-12-08T18:28:48Z</dcterms:created>
  <dcterms:modified xsi:type="dcterms:W3CDTF">2025-12-08T18:36:05Z</dcterms:modified>
</cp:coreProperties>
</file>