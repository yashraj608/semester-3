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5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25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9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1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5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3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28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3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8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28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3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50680-0A9E-47AD-B175-CA7CBF934D8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44F38-2ED6-47D3-9503-9527C1987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8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55" y="220461"/>
            <a:ext cx="4657725" cy="781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66" y="1306310"/>
            <a:ext cx="8277225" cy="1352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41" y="3092767"/>
            <a:ext cx="82486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44" y="403599"/>
            <a:ext cx="2971800" cy="581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44" y="1087929"/>
            <a:ext cx="3105150" cy="342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906" y="1605481"/>
            <a:ext cx="3609975" cy="504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44" y="3316601"/>
            <a:ext cx="3057525" cy="342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651" y="3816663"/>
            <a:ext cx="3286125" cy="552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8568" y="2134810"/>
            <a:ext cx="2152650" cy="657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8594" y="4461847"/>
            <a:ext cx="2171700" cy="685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744" y="5335723"/>
            <a:ext cx="17907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9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56" y="950855"/>
            <a:ext cx="7086600" cy="2562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56" y="3795193"/>
            <a:ext cx="65627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7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60" y="149110"/>
            <a:ext cx="7115175" cy="65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75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26" y="408017"/>
            <a:ext cx="7086600" cy="1752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726" y="2523259"/>
            <a:ext cx="7143750" cy="1562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726" y="4448001"/>
            <a:ext cx="70485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7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3</cp:revision>
  <dcterms:created xsi:type="dcterms:W3CDTF">2025-10-23T03:10:14Z</dcterms:created>
  <dcterms:modified xsi:type="dcterms:W3CDTF">2025-10-23T03:20:31Z</dcterms:modified>
</cp:coreProperties>
</file>