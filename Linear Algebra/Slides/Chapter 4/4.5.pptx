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58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5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2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4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0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5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6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2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2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8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9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4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7D3EC-A42B-4302-81FF-A2983CA82E0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9F2BE-259D-482A-AAAD-37E219239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62" y="87630"/>
            <a:ext cx="4495800" cy="647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2" y="998133"/>
            <a:ext cx="6953250" cy="18192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62" y="3080211"/>
            <a:ext cx="70675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9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27" y="1915565"/>
            <a:ext cx="70294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4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298" y="120189"/>
            <a:ext cx="710565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04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447" y="191192"/>
            <a:ext cx="7065125" cy="2053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" y="2244436"/>
            <a:ext cx="7124700" cy="44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0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910" y="564919"/>
            <a:ext cx="7048500" cy="1638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22" y="2574088"/>
            <a:ext cx="70770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0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108" y="1448666"/>
            <a:ext cx="70961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1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12" y="276225"/>
            <a:ext cx="7115175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71437"/>
            <a:ext cx="71247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7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2</cp:revision>
  <dcterms:created xsi:type="dcterms:W3CDTF">2025-10-14T10:51:40Z</dcterms:created>
  <dcterms:modified xsi:type="dcterms:W3CDTF">2025-10-14T10:53:42Z</dcterms:modified>
</cp:coreProperties>
</file>