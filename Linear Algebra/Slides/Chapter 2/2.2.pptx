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5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1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1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1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19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0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8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6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5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1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F2361-0A49-437D-A7EB-24BCBD052A5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75817-1099-4665-9DFA-2A973218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2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47" y="273454"/>
            <a:ext cx="6319924" cy="8404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08" y="1278948"/>
            <a:ext cx="8210550" cy="1390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45" y="2908415"/>
            <a:ext cx="822007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2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76" y="251634"/>
            <a:ext cx="4181475" cy="552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51" y="992938"/>
            <a:ext cx="83058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7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106" y="756371"/>
            <a:ext cx="84867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42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165042"/>
            <a:ext cx="3200400" cy="476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776721"/>
            <a:ext cx="8239125" cy="2228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" y="2944437"/>
            <a:ext cx="82010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6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30" y="1793471"/>
            <a:ext cx="82677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5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163" y="453650"/>
            <a:ext cx="828675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94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952" y="1034847"/>
            <a:ext cx="822007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3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900112"/>
            <a:ext cx="826770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96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80987"/>
            <a:ext cx="7313641" cy="21878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04" y="2352502"/>
            <a:ext cx="7205576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30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6</cp:revision>
  <dcterms:created xsi:type="dcterms:W3CDTF">2025-09-16T05:23:26Z</dcterms:created>
  <dcterms:modified xsi:type="dcterms:W3CDTF">2025-09-16T06:45:10Z</dcterms:modified>
</cp:coreProperties>
</file>