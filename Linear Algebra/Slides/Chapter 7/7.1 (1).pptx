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11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8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42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2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0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9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52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04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8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5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DB3AD-270A-4561-8BBB-196A75608C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66609-E7F0-4E41-AF73-C17EE8A0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7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03" y="118543"/>
            <a:ext cx="4371975" cy="619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73" y="954318"/>
            <a:ext cx="7105650" cy="17240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98" y="2678343"/>
            <a:ext cx="73152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04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15" y="324975"/>
            <a:ext cx="7267575" cy="26003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40" y="2925300"/>
            <a:ext cx="72961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70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2</cp:revision>
  <dcterms:created xsi:type="dcterms:W3CDTF">2025-11-25T03:41:37Z</dcterms:created>
  <dcterms:modified xsi:type="dcterms:W3CDTF">2025-11-25T04:08:19Z</dcterms:modified>
</cp:coreProperties>
</file>