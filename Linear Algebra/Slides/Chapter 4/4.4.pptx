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04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5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1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71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15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9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97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55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67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72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85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D8EB4-0750-4CD1-9AC4-CF4234D46B1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03A0D-1E2D-42C3-838C-3E8312D25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2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20" y="373640"/>
            <a:ext cx="3600450" cy="485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20" y="859415"/>
            <a:ext cx="9822872" cy="27847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20" y="3754582"/>
            <a:ext cx="9822871" cy="299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56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10" y="498763"/>
            <a:ext cx="9628908" cy="568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577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764" y="401782"/>
            <a:ext cx="9157853" cy="56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9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56" y="942109"/>
            <a:ext cx="10557162" cy="370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24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36" y="277091"/>
            <a:ext cx="8936182" cy="626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8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527" y="1288473"/>
            <a:ext cx="8175914" cy="318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76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18" y="374074"/>
            <a:ext cx="8174182" cy="638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47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36" y="132050"/>
            <a:ext cx="9088582" cy="23617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636" y="2493818"/>
            <a:ext cx="9698182" cy="436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55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09" y="540328"/>
            <a:ext cx="9448800" cy="56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53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55" y="526473"/>
            <a:ext cx="9670473" cy="14733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055" y="2299856"/>
            <a:ext cx="9310255" cy="12594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826" y="3859359"/>
            <a:ext cx="3580101" cy="238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98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WORLD</dc:creator>
  <cp:lastModifiedBy>COMPUTER WORLD</cp:lastModifiedBy>
  <cp:revision>6</cp:revision>
  <dcterms:created xsi:type="dcterms:W3CDTF">2025-10-12T06:39:51Z</dcterms:created>
  <dcterms:modified xsi:type="dcterms:W3CDTF">2025-10-12T06:50:34Z</dcterms:modified>
</cp:coreProperties>
</file>