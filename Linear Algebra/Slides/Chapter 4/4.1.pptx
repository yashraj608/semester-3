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2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71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9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0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48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7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8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7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0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5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3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4EAC8-F8F1-41F9-99B2-B6465575B69F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5EE2B-E5D4-4818-A786-50D0EE64A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6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39" y="197861"/>
            <a:ext cx="2483861" cy="4533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39" y="651165"/>
            <a:ext cx="2663970" cy="3368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109" y="0"/>
            <a:ext cx="8839200" cy="4505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109" y="4171951"/>
            <a:ext cx="8924925" cy="236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059" y="1361209"/>
            <a:ext cx="88773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0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46" y="1532659"/>
            <a:ext cx="8839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0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33" y="1344757"/>
            <a:ext cx="9805122" cy="397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3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595744"/>
            <a:ext cx="9906000" cy="54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0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10" y="112569"/>
            <a:ext cx="6486525" cy="3695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210" y="3808269"/>
            <a:ext cx="67532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7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91491"/>
            <a:ext cx="10626435" cy="430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1191491"/>
            <a:ext cx="10557163" cy="43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3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27" y="568036"/>
            <a:ext cx="9490364" cy="56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4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6" y="1524001"/>
            <a:ext cx="9545782" cy="342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26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4</cp:revision>
  <dcterms:created xsi:type="dcterms:W3CDTF">2025-10-04T18:39:02Z</dcterms:created>
  <dcterms:modified xsi:type="dcterms:W3CDTF">2025-10-04T18:46:46Z</dcterms:modified>
</cp:coreProperties>
</file>