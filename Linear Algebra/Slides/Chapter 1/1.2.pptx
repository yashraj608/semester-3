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5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5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8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2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9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8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2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0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2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8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01931-928C-4E64-A2BE-B19B45074C2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94957-0246-4050-912E-72BFCAA36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3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21" y="266008"/>
            <a:ext cx="8162925" cy="3233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58" y="3374967"/>
            <a:ext cx="8782050" cy="25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60" y="698182"/>
            <a:ext cx="1762125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756" y="1673282"/>
            <a:ext cx="27051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0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5" y="556866"/>
            <a:ext cx="6543675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5" y="1321983"/>
            <a:ext cx="79248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6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14" y="1313931"/>
            <a:ext cx="84486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83" y="435985"/>
            <a:ext cx="3429000" cy="1247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922" y="507942"/>
            <a:ext cx="3400425" cy="1619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02" y="2225126"/>
            <a:ext cx="89916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36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82" y="233189"/>
            <a:ext cx="8763000" cy="1952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222" y="2185814"/>
            <a:ext cx="91154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61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06" y="466291"/>
            <a:ext cx="6858000" cy="4429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81" y="4973436"/>
            <a:ext cx="67246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2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" y="676622"/>
            <a:ext cx="88296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2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54" y="2200014"/>
            <a:ext cx="6562725" cy="1609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989" y="3809739"/>
            <a:ext cx="3676650" cy="1266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989" y="4926763"/>
            <a:ext cx="2743200" cy="1266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870" y="251547"/>
            <a:ext cx="3857625" cy="6191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84354" y="870672"/>
                <a:ext cx="6096000" cy="107721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600" dirty="0" smtClean="0"/>
                  <a:t>There </a:t>
                </a:r>
                <a:r>
                  <a:rPr lang="en-US" sz="1600" dirty="0"/>
                  <a:t>are only two possibilities for its solutions</a:t>
                </a:r>
                <a:r>
                  <a:rPr lang="en-US" sz="1600" dirty="0" smtClean="0"/>
                  <a:t>:</a:t>
                </a:r>
              </a:p>
              <a:p>
                <a:r>
                  <a:rPr lang="en-US" sz="1600" dirty="0" smtClean="0"/>
                  <a:t>• </a:t>
                </a:r>
                <a:r>
                  <a:rPr lang="en-US" sz="1600" dirty="0"/>
                  <a:t>The system has only the trivial solution. </a:t>
                </a:r>
                <a:r>
                  <a:rPr lang="en-US" sz="16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sz="1600" dirty="0" smtClean="0"/>
                  <a:t> </a:t>
                </a:r>
                <a:r>
                  <a:rPr lang="sv-SE" sz="1600" dirty="0"/>
                  <a:t>= 0</a:t>
                </a:r>
                <a:r>
                  <a:rPr lang="sv-SE" sz="16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v-SE" sz="1600" dirty="0" smtClean="0"/>
                  <a:t> = </a:t>
                </a:r>
                <a:r>
                  <a:rPr lang="sv-SE" sz="1600" dirty="0"/>
                  <a:t>0</a:t>
                </a:r>
                <a:r>
                  <a:rPr lang="sv-SE" sz="1600" dirty="0" smtClean="0"/>
                  <a:t>,...,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sv-SE" sz="1600" dirty="0" smtClean="0"/>
                  <a:t> </a:t>
                </a:r>
                <a:r>
                  <a:rPr lang="sv-SE" sz="1600"/>
                  <a:t>= </a:t>
                </a:r>
                <a:r>
                  <a:rPr lang="sv-SE" sz="1600" smtClean="0"/>
                  <a:t>0)</a:t>
                </a:r>
                <a:endParaRPr lang="en-US" sz="1600" dirty="0"/>
              </a:p>
              <a:p>
                <a:r>
                  <a:rPr lang="en-US" sz="1600" dirty="0" smtClean="0"/>
                  <a:t>• </a:t>
                </a:r>
                <a:r>
                  <a:rPr lang="en-US" sz="1600" dirty="0"/>
                  <a:t>The system has infinitely many solutions in addition to the trivial </a:t>
                </a:r>
                <a:r>
                  <a:rPr lang="en-US" sz="1600" dirty="0" smtClean="0"/>
                  <a:t>solution.</a:t>
                </a:r>
                <a:endParaRPr lang="en-US" sz="16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354" y="870672"/>
                <a:ext cx="6096000" cy="1077218"/>
              </a:xfrm>
              <a:prstGeom prst="rect">
                <a:avLst/>
              </a:prstGeom>
              <a:blipFill>
                <a:blip r:embed="rId6"/>
                <a:stretch>
                  <a:fillRect l="-600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525963" y="43683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(never inconsistent)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1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63" y="691861"/>
            <a:ext cx="6305550" cy="2647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263" y="3522172"/>
            <a:ext cx="78771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5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15" y="2422467"/>
            <a:ext cx="8296275" cy="144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5026" y="4078424"/>
            <a:ext cx="82962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For Non-Homogeneous system</a:t>
            </a:r>
            <a:r>
              <a:rPr lang="en-US" dirty="0" smtClean="0"/>
              <a:t>: If </a:t>
            </a:r>
            <a:r>
              <a:rPr lang="en-US" dirty="0"/>
              <a:t>a </a:t>
            </a:r>
            <a:r>
              <a:rPr lang="en-US" dirty="0" smtClean="0"/>
              <a:t>non-homogeneous </a:t>
            </a:r>
            <a:r>
              <a:rPr lang="en-US" dirty="0"/>
              <a:t>system with more unknowns than equations is consistent, then it has infinitely many solutions. </a:t>
            </a:r>
          </a:p>
        </p:txBody>
      </p:sp>
    </p:spTree>
    <p:extLst>
      <p:ext uri="{BB962C8B-B14F-4D97-AF65-F5344CB8AC3E}">
        <p14:creationId xmlns:p14="http://schemas.microsoft.com/office/powerpoint/2010/main" val="516368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733" y="1487718"/>
            <a:ext cx="6238875" cy="2486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06" y="805122"/>
            <a:ext cx="18383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8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46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10</cp:revision>
  <dcterms:created xsi:type="dcterms:W3CDTF">2025-08-26T05:25:52Z</dcterms:created>
  <dcterms:modified xsi:type="dcterms:W3CDTF">2025-09-18T06:01:18Z</dcterms:modified>
</cp:coreProperties>
</file>