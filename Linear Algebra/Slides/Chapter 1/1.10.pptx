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27F-E0F7-48B5-8317-EA87509988C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90CE8-EEDC-4EEB-AA3A-E266D0244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5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27F-E0F7-48B5-8317-EA87509988C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90CE8-EEDC-4EEB-AA3A-E266D0244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1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27F-E0F7-48B5-8317-EA87509988C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90CE8-EEDC-4EEB-AA3A-E266D0244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57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27F-E0F7-48B5-8317-EA87509988C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90CE8-EEDC-4EEB-AA3A-E266D0244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13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27F-E0F7-48B5-8317-EA87509988C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90CE8-EEDC-4EEB-AA3A-E266D0244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5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27F-E0F7-48B5-8317-EA87509988C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90CE8-EEDC-4EEB-AA3A-E266D0244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6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27F-E0F7-48B5-8317-EA87509988C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90CE8-EEDC-4EEB-AA3A-E266D0244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8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27F-E0F7-48B5-8317-EA87509988C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90CE8-EEDC-4EEB-AA3A-E266D0244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7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27F-E0F7-48B5-8317-EA87509988C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90CE8-EEDC-4EEB-AA3A-E266D0244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0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27F-E0F7-48B5-8317-EA87509988C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90CE8-EEDC-4EEB-AA3A-E266D0244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45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27F-E0F7-48B5-8317-EA87509988C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90CE8-EEDC-4EEB-AA3A-E266D0244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0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5B27F-E0F7-48B5-8317-EA87509988C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90CE8-EEDC-4EEB-AA3A-E266D0244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6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7" y="275070"/>
            <a:ext cx="7267575" cy="895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45" y="1279525"/>
            <a:ext cx="2667000" cy="4381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5445" y="197909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b="1" dirty="0" smtClean="0"/>
              <a:t>network</a:t>
            </a:r>
            <a:r>
              <a:rPr lang="en-US" dirty="0" smtClean="0"/>
              <a:t> is a set of branches through which something “flows.” </a:t>
            </a:r>
          </a:p>
          <a:p>
            <a:r>
              <a:rPr lang="en-US" dirty="0" smtClean="0"/>
              <a:t>For </a:t>
            </a:r>
            <a:r>
              <a:rPr lang="en-US" b="1" dirty="0" smtClean="0"/>
              <a:t>example</a:t>
            </a:r>
            <a:r>
              <a:rPr lang="en-US" dirty="0" smtClean="0"/>
              <a:t>, the branches might be electrical wires through which electricity flows, pipes through which water or oil flows, traffic lanes through which vehicular traffic flows.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90862" y="386321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Nodes: </a:t>
            </a:r>
            <a:r>
              <a:rPr lang="en-US" dirty="0" smtClean="0"/>
              <a:t>The branches meet at points, called nodes or junctions, where the flow divides.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35445" y="4547014"/>
            <a:ext cx="9060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</a:t>
            </a:r>
            <a:r>
              <a:rPr lang="en-US" b="1" dirty="0" smtClean="0"/>
              <a:t>low </a:t>
            </a:r>
            <a:r>
              <a:rPr lang="en-US" b="1" dirty="0"/>
              <a:t>C</a:t>
            </a:r>
            <a:r>
              <a:rPr lang="en-US" b="1" dirty="0" smtClean="0"/>
              <a:t>onservation</a:t>
            </a:r>
            <a:r>
              <a:rPr lang="en-US" dirty="0" smtClean="0"/>
              <a:t>: The rate of flow into any node is equal to the rate of flow out of that node.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6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43" y="178666"/>
            <a:ext cx="7143750" cy="552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43" y="838777"/>
            <a:ext cx="7943850" cy="876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1905" y="2061729"/>
            <a:ext cx="317182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8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234" y="3285403"/>
            <a:ext cx="3181350" cy="30765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37" y="0"/>
            <a:ext cx="8001000" cy="66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3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18" y="161203"/>
            <a:ext cx="5562600" cy="7905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9" y="951778"/>
            <a:ext cx="7999846" cy="3924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765" y="1418503"/>
            <a:ext cx="390525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671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90" y="249382"/>
            <a:ext cx="6060066" cy="60128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916" y="1737591"/>
            <a:ext cx="356235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03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21" y="362527"/>
            <a:ext cx="50482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971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720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83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2</cp:revision>
  <dcterms:created xsi:type="dcterms:W3CDTF">2025-09-16T03:16:03Z</dcterms:created>
  <dcterms:modified xsi:type="dcterms:W3CDTF">2025-09-16T04:37:03Z</dcterms:modified>
</cp:coreProperties>
</file>