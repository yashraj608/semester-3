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90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03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4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9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59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8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5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9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2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A9070-D4FF-4C9F-B195-FD904B937115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3CD76-7ADE-4A75-B4B2-02455776A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9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8" y="186257"/>
            <a:ext cx="2705100" cy="600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8" y="1014412"/>
            <a:ext cx="7105650" cy="1171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08" y="2486198"/>
            <a:ext cx="72580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327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70" y="293285"/>
            <a:ext cx="7153275" cy="1600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70" y="2033502"/>
            <a:ext cx="7153275" cy="1943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707" y="4291705"/>
            <a:ext cx="48006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08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547687"/>
            <a:ext cx="7086600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6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39" y="3826885"/>
            <a:ext cx="7477125" cy="26955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673" y="289646"/>
            <a:ext cx="707707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63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2195512"/>
            <a:ext cx="71532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13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71" y="540413"/>
            <a:ext cx="7153275" cy="1304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71" y="2277254"/>
            <a:ext cx="70866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1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69" y="607002"/>
            <a:ext cx="7105650" cy="2152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69" y="3153208"/>
            <a:ext cx="710565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14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2</cp:revision>
  <dcterms:created xsi:type="dcterms:W3CDTF">2025-10-15T03:40:30Z</dcterms:created>
  <dcterms:modified xsi:type="dcterms:W3CDTF">2025-10-15T05:28:47Z</dcterms:modified>
</cp:coreProperties>
</file>