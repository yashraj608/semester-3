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24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80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9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8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4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0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1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02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6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6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26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B0D25-5AD9-4DF8-A820-F466616F3DB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3FB16-9136-4BAA-8338-B1F5DC90C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1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985" y="1471265"/>
            <a:ext cx="6467475" cy="523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834" y="2262186"/>
            <a:ext cx="821055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66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2" y="123825"/>
            <a:ext cx="8105775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6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31" y="221846"/>
            <a:ext cx="7372350" cy="6286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637" y="850496"/>
            <a:ext cx="4581525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2465" y="1379913"/>
            <a:ext cx="1111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Method I: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764" y="1841096"/>
            <a:ext cx="5895975" cy="542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97585" y="1927892"/>
            <a:ext cx="370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(If A is invertible)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22465" y="2555179"/>
            <a:ext cx="1479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Method II: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258" y="3095323"/>
            <a:ext cx="245745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4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11" y="140017"/>
            <a:ext cx="7096125" cy="2371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31" y="2511742"/>
            <a:ext cx="80010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97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64" y="1613534"/>
            <a:ext cx="8067675" cy="704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77" y="2543955"/>
            <a:ext cx="855345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7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321" y="315883"/>
            <a:ext cx="6810116" cy="622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229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074" y="1132262"/>
            <a:ext cx="818197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58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119062"/>
            <a:ext cx="8258175" cy="6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05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54" y="402648"/>
            <a:ext cx="7286625" cy="2228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4" y="2550189"/>
            <a:ext cx="666750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23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6</cp:revision>
  <dcterms:created xsi:type="dcterms:W3CDTF">2025-09-03T05:14:59Z</dcterms:created>
  <dcterms:modified xsi:type="dcterms:W3CDTF">2025-09-03T05:38:03Z</dcterms:modified>
</cp:coreProperties>
</file>