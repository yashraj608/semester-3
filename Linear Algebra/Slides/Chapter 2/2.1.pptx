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D22B-CC51-4CAF-BA66-BB089120683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83B0-528C-4D7C-8C7F-B46F10B26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D22B-CC51-4CAF-BA66-BB089120683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83B0-528C-4D7C-8C7F-B46F10B26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3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D22B-CC51-4CAF-BA66-BB089120683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83B0-528C-4D7C-8C7F-B46F10B26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8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D22B-CC51-4CAF-BA66-BB089120683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83B0-528C-4D7C-8C7F-B46F10B26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2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D22B-CC51-4CAF-BA66-BB089120683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83B0-528C-4D7C-8C7F-B46F10B26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08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D22B-CC51-4CAF-BA66-BB089120683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83B0-528C-4D7C-8C7F-B46F10B26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27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D22B-CC51-4CAF-BA66-BB089120683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83B0-528C-4D7C-8C7F-B46F10B26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6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D22B-CC51-4CAF-BA66-BB089120683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83B0-528C-4D7C-8C7F-B46F10B26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5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D22B-CC51-4CAF-BA66-BB089120683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83B0-528C-4D7C-8C7F-B46F10B26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D22B-CC51-4CAF-BA66-BB089120683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83B0-528C-4D7C-8C7F-B46F10B26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D22B-CC51-4CAF-BA66-BB089120683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83B0-528C-4D7C-8C7F-B46F10B26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DD22B-CC51-4CAF-BA66-BB089120683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883B0-528C-4D7C-8C7F-B46F10B26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68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79" y="185910"/>
            <a:ext cx="8324850" cy="866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39" y="1260763"/>
            <a:ext cx="1409700" cy="76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51" y="2022763"/>
            <a:ext cx="4286250" cy="76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914" y="2798877"/>
            <a:ext cx="276225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84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51" y="207645"/>
            <a:ext cx="3190875" cy="590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19" y="881322"/>
            <a:ext cx="1914525" cy="714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81" y="1757189"/>
            <a:ext cx="3819525" cy="733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19" y="2652106"/>
            <a:ext cx="82200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92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6" y="209116"/>
            <a:ext cx="7540683" cy="15864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86" y="2105977"/>
            <a:ext cx="82772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10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1114425"/>
            <a:ext cx="905827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5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383" y="1029046"/>
            <a:ext cx="832485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37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62" y="139585"/>
            <a:ext cx="8191500" cy="2705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62" y="2964354"/>
            <a:ext cx="840105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69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87" y="1624012"/>
            <a:ext cx="827722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035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144" y="267999"/>
            <a:ext cx="8248650" cy="25812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19" y="2849274"/>
            <a:ext cx="829627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15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817" y="899592"/>
            <a:ext cx="831532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51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7</cp:revision>
  <dcterms:created xsi:type="dcterms:W3CDTF">2025-09-16T04:51:04Z</dcterms:created>
  <dcterms:modified xsi:type="dcterms:W3CDTF">2025-09-16T05:18:44Z</dcterms:modified>
</cp:coreProperties>
</file>