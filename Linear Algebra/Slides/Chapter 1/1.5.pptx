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263" r:id="rId4"/>
    <p:sldId id="258" r:id="rId5"/>
    <p:sldId id="259" r:id="rId6"/>
    <p:sldId id="260" r:id="rId7"/>
    <p:sldId id="261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B6A7C-E333-4CCD-89D3-7EEB8FEE5200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3FE0C-D622-4CB4-8367-23A8F9160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016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B6A7C-E333-4CCD-89D3-7EEB8FEE5200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3FE0C-D622-4CB4-8367-23A8F9160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152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B6A7C-E333-4CCD-89D3-7EEB8FEE5200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3FE0C-D622-4CB4-8367-23A8F9160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053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B6A7C-E333-4CCD-89D3-7EEB8FEE5200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3FE0C-D622-4CB4-8367-23A8F9160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531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B6A7C-E333-4CCD-89D3-7EEB8FEE5200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3FE0C-D622-4CB4-8367-23A8F9160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190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B6A7C-E333-4CCD-89D3-7EEB8FEE5200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3FE0C-D622-4CB4-8367-23A8F9160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096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B6A7C-E333-4CCD-89D3-7EEB8FEE5200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3FE0C-D622-4CB4-8367-23A8F9160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16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B6A7C-E333-4CCD-89D3-7EEB8FEE5200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3FE0C-D622-4CB4-8367-23A8F9160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412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B6A7C-E333-4CCD-89D3-7EEB8FEE5200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3FE0C-D622-4CB4-8367-23A8F9160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780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B6A7C-E333-4CCD-89D3-7EEB8FEE5200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3FE0C-D622-4CB4-8367-23A8F9160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763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B6A7C-E333-4CCD-89D3-7EEB8FEE5200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3FE0C-D622-4CB4-8367-23A8F9160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998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6B6A7C-E333-4CCD-89D3-7EEB8FEE5200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93FE0C-D622-4CB4-8367-23A8F9160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882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7530" y="308493"/>
            <a:ext cx="8734425" cy="13144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1063" y="1979547"/>
            <a:ext cx="8058150" cy="7715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1063" y="2954694"/>
            <a:ext cx="796290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447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402" y="298094"/>
            <a:ext cx="8162925" cy="18764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5528" y="2248678"/>
            <a:ext cx="8153400" cy="4301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992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086" y="1768053"/>
            <a:ext cx="5791200" cy="229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752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496" y="260479"/>
            <a:ext cx="7553325" cy="5334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7081" y="1008483"/>
            <a:ext cx="4210050" cy="18764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4263" y="2884908"/>
            <a:ext cx="5810250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194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477" y="368170"/>
            <a:ext cx="8229600" cy="9525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477" y="1320670"/>
            <a:ext cx="5381625" cy="13335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9684" y="2491273"/>
            <a:ext cx="7686675" cy="4189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224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631" y="1058441"/>
            <a:ext cx="7305675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265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462" y="600075"/>
            <a:ext cx="7839075" cy="565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976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837" y="2185987"/>
            <a:ext cx="7934325" cy="248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1254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Ms. Uzma Saleh</dc:creator>
  <cp:lastModifiedBy>Ms. Uzma Saleh</cp:lastModifiedBy>
  <cp:revision>3</cp:revision>
  <dcterms:created xsi:type="dcterms:W3CDTF">2025-08-29T07:13:36Z</dcterms:created>
  <dcterms:modified xsi:type="dcterms:W3CDTF">2025-08-29T07:22:09Z</dcterms:modified>
</cp:coreProperties>
</file>