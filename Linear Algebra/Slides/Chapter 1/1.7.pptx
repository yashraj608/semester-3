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391-1C5D-4B00-B497-CC5488F808E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8A95-0C8A-49D9-BEFE-360DD4C2B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70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391-1C5D-4B00-B497-CC5488F808E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8A95-0C8A-49D9-BEFE-360DD4C2B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05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391-1C5D-4B00-B497-CC5488F808E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8A95-0C8A-49D9-BEFE-360DD4C2B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49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391-1C5D-4B00-B497-CC5488F808E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8A95-0C8A-49D9-BEFE-360DD4C2B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8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391-1C5D-4B00-B497-CC5488F808E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8A95-0C8A-49D9-BEFE-360DD4C2B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3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391-1C5D-4B00-B497-CC5488F808E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8A95-0C8A-49D9-BEFE-360DD4C2B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8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391-1C5D-4B00-B497-CC5488F808E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8A95-0C8A-49D9-BEFE-360DD4C2B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46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391-1C5D-4B00-B497-CC5488F808E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8A95-0C8A-49D9-BEFE-360DD4C2B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391-1C5D-4B00-B497-CC5488F808E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8A95-0C8A-49D9-BEFE-360DD4C2B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18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391-1C5D-4B00-B497-CC5488F808E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8A95-0C8A-49D9-BEFE-360DD4C2B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5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391-1C5D-4B00-B497-CC5488F808E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8A95-0C8A-49D9-BEFE-360DD4C2B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0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44391-1C5D-4B00-B497-CC5488F808E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38A95-0C8A-49D9-BEFE-360DD4C2B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05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69" y="313718"/>
            <a:ext cx="5876925" cy="12096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670" y="1709998"/>
            <a:ext cx="84772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86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475" y="567949"/>
            <a:ext cx="8582025" cy="2047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224" y="3565727"/>
            <a:ext cx="3438525" cy="17049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896" y="3172084"/>
            <a:ext cx="272415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36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45" y="387927"/>
            <a:ext cx="82677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34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307572"/>
            <a:ext cx="8515350" cy="52952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5533072"/>
            <a:ext cx="864870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3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244" y="1035540"/>
            <a:ext cx="828675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11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1243012"/>
            <a:ext cx="80010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6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306" y="276138"/>
            <a:ext cx="8515350" cy="18002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361" y="2405322"/>
            <a:ext cx="833437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59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35" y="530110"/>
            <a:ext cx="7943850" cy="1924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35" y="2454160"/>
            <a:ext cx="8201025" cy="13906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694" y="3924559"/>
            <a:ext cx="6096000" cy="638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6196" y="4779731"/>
            <a:ext cx="2867025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93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64" y="327573"/>
            <a:ext cx="5105400" cy="600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64" y="1088275"/>
            <a:ext cx="6200775" cy="990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64" y="2239502"/>
            <a:ext cx="81629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66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965" y="641725"/>
            <a:ext cx="830580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16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4</cp:revision>
  <dcterms:created xsi:type="dcterms:W3CDTF">2025-09-04T10:25:51Z</dcterms:created>
  <dcterms:modified xsi:type="dcterms:W3CDTF">2025-09-04T10:36:24Z</dcterms:modified>
</cp:coreProperties>
</file>